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Contact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57200">
                <a:tc>
                  <a:txBody>
                    <a:bodyPr/>
                    <a:lstStyle/>
                    <a:p>
                      <a:r>
                        <a:t>Full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Employee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Riley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riley.example@example.test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(202) 555-0199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EMP-246810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P12345678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123456789012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Example Avenue, Suite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01/02/1990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